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gelineshine29-png.github.io/student-team-skill-matching-system_app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27432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STUDENT PROJECT
TEAM &amp; SKILL
MATCHING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127248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5E5F7"/>
                </a:solidFill>
                <a:latin typeface="Aptos"/>
              </a:rPr>
              <a:t>Find the right teammates.
Build better projects.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4160520"/>
            <a:ext cx="2606040" cy="18288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44622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C9E0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736592"/>
            <a:ext cx="278892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dirty="0">
                <a:solidFill>
                  <a:srgbClr val="FFFFFF"/>
                </a:solidFill>
                <a:latin typeface="Aptos"/>
              </a:rPr>
              <a:t>Shine Evangeline</a:t>
            </a:r>
            <a:endParaRPr lang="en-US" sz="23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US" sz="2300" b="1" dirty="0">
                <a:solidFill>
                  <a:srgbClr val="FFFFFF"/>
                </a:solidFill>
                <a:latin typeface="Aptos"/>
              </a:rPr>
              <a:t>Pragna A Pawar</a:t>
            </a:r>
            <a:endParaRPr sz="2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5536811"/>
            <a:ext cx="2880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D5E5F7"/>
                </a:solidFill>
                <a:latin typeface="Aptos"/>
              </a:rPr>
              <a:t>Information Science  •  2nd Year
SSIT, Tumkur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960120"/>
            <a:ext cx="6858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A4A"/>
                </a:solidFill>
                <a:latin typeface="Aptos"/>
              </a:rPr>
              <a:t>A structured way to turn
student skills into project teams.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743200"/>
            <a:ext cx="658368" cy="658368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3529584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313D"/>
                </a:solidFill>
                <a:latin typeface="Aptos"/>
              </a:rPr>
              <a:t>Python</a:t>
            </a:r>
          </a:p>
        </p:txBody>
      </p:sp>
      <p:sp>
        <p:nvSpPr>
          <p:cNvPr id="14" name="Chevron 13"/>
          <p:cNvSpPr/>
          <p:nvPr/>
        </p:nvSpPr>
        <p:spPr>
          <a:xfrm>
            <a:off x="5495544" y="2871216"/>
            <a:ext cx="329184" cy="329184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89320" y="2743200"/>
            <a:ext cx="658368" cy="658368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29260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3529584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313D"/>
                </a:solidFill>
                <a:latin typeface="Aptos"/>
              </a:rPr>
              <a:t>SQL</a:t>
            </a:r>
          </a:p>
        </p:txBody>
      </p:sp>
      <p:sp>
        <p:nvSpPr>
          <p:cNvPr id="18" name="Chevron 17"/>
          <p:cNvSpPr/>
          <p:nvPr/>
        </p:nvSpPr>
        <p:spPr>
          <a:xfrm>
            <a:off x="6867144" y="2871216"/>
            <a:ext cx="329184" cy="329184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60920" y="2743200"/>
            <a:ext cx="658368" cy="658368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20" y="29260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529584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313D"/>
                </a:solidFill>
                <a:latin typeface="Aptos"/>
              </a:rPr>
              <a:t>UI/UX</a:t>
            </a:r>
          </a:p>
        </p:txBody>
      </p:sp>
      <p:sp>
        <p:nvSpPr>
          <p:cNvPr id="22" name="Chevron 21"/>
          <p:cNvSpPr/>
          <p:nvPr/>
        </p:nvSpPr>
        <p:spPr>
          <a:xfrm>
            <a:off x="8238744" y="2871216"/>
            <a:ext cx="329184" cy="329184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32520" y="2743200"/>
            <a:ext cx="658368" cy="658368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2520" y="29260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529584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6313D"/>
                </a:solidFill>
                <a:latin typeface="Aptos"/>
              </a:rPr>
              <a:t>Presentation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160520"/>
            <a:ext cx="56235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440740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280"/>
                </a:solidFill>
                <a:latin typeface="Aptos"/>
              </a:rPr>
              <a:t>PROJECT REQUIREMENTS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709160"/>
            <a:ext cx="5074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Skills  →  Matching Logic  →  Recommended Students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What the system is designed to solve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4747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64008" cy="3611880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1892808"/>
            <a:ext cx="438912" cy="438912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956816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92808"/>
            <a:ext cx="25420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The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2962656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A web application that helps students find suitable teammates for academic projects using their skills and interests.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91640"/>
            <a:ext cx="34747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691640"/>
            <a:ext cx="64008" cy="3611880"/>
          </a:xfrm>
          <a:prstGeom prst="rect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0" y="1892808"/>
            <a:ext cx="438912" cy="438912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956816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892808"/>
            <a:ext cx="25420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Student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359152"/>
            <a:ext cx="2962656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Students create profiles containing technical skills and soft skills such as UI/UX, documentation and presentation.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691640"/>
            <a:ext cx="34747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1691640"/>
            <a:ext cx="64008" cy="3611880"/>
          </a:xfrm>
          <a:prstGeom prst="rect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84464" y="1892808"/>
            <a:ext cx="438912" cy="438912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1956816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892808"/>
            <a:ext cx="25420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Project 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359152"/>
            <a:ext cx="2962656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A project creator enters the required skills and desired team size. The system compares those requirements with student profiles.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2356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280"/>
                </a:solidFill>
                <a:latin typeface="Aptos"/>
              </a:rPr>
              <a:t>Core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568696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Match project requirements with registered student skills → recommend suitable teammates.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Why students need a more organized way to form project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3CCE4"/>
                </a:solidFill>
                <a:latin typeface="Aptos"/>
              </a:rPr>
              <a:t>TODAY'S COMMON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697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Project assigned
↓
Ask friends / classmates
↓
WhatsApp groups
↓
Search manually
↓
Form a team</a:t>
            </a:r>
          </a:p>
        </p:txBody>
      </p:sp>
      <p:sp>
        <p:nvSpPr>
          <p:cNvPr id="10" name="Oval 9"/>
          <p:cNvSpPr/>
          <p:nvPr/>
        </p:nvSpPr>
        <p:spPr>
          <a:xfrm>
            <a:off x="4800600" y="1746504"/>
            <a:ext cx="438912" cy="438912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85623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627632"/>
            <a:ext cx="23317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A4A"/>
                </a:solidFill>
                <a:latin typeface="Aptos"/>
              </a:rPr>
              <a:t>Limited visibility</a:t>
            </a:r>
            <a:endParaRPr lang="en-US" sz="1600" b="1" dirty="0">
              <a:solidFill>
                <a:srgbClr val="122A4A"/>
              </a:solidFill>
              <a:latin typeface="Aptos"/>
            </a:endParaRPr>
          </a:p>
          <a:p>
            <a:pPr algn="l"/>
            <a:endParaRPr lang="en-US" sz="1600" b="1" dirty="0">
              <a:solidFill>
                <a:srgbClr val="122A4A"/>
              </a:solidFill>
              <a:latin typeface="Aptos"/>
            </a:endParaRPr>
          </a:p>
          <a:p>
            <a:pPr algn="l"/>
            <a:endParaRPr sz="1600" b="1" dirty="0">
              <a:solidFill>
                <a:srgbClr val="122A4A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00600" y="2871215"/>
            <a:ext cx="438912" cy="438912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980944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752344"/>
            <a:ext cx="233172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A4A"/>
                </a:solidFill>
                <a:latin typeface="Aptos"/>
              </a:rPr>
              <a:t>Time-consuming search</a:t>
            </a:r>
            <a:endParaRPr lang="en-US" sz="1600" b="1" dirty="0">
              <a:solidFill>
                <a:srgbClr val="122A4A"/>
              </a:solidFill>
              <a:latin typeface="Aptos"/>
            </a:endParaRPr>
          </a:p>
          <a:p>
            <a:pPr algn="l"/>
            <a:endParaRPr lang="en-US" sz="1600" b="1" dirty="0">
              <a:solidFill>
                <a:srgbClr val="122A4A"/>
              </a:solidFill>
              <a:latin typeface="Aptos"/>
            </a:endParaRPr>
          </a:p>
          <a:p>
            <a:pPr algn="l"/>
            <a:endParaRPr sz="1600" b="1" dirty="0">
              <a:solidFill>
                <a:srgbClr val="122A4A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800600" y="3995928"/>
            <a:ext cx="438912" cy="438912"/>
          </a:xfrm>
          <a:prstGeom prst="ellipse">
            <a:avLst/>
          </a:prstGeom>
          <a:solidFill>
            <a:srgbClr val="E8B24A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1056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877056"/>
            <a:ext cx="23317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A4A"/>
                </a:solidFill>
                <a:latin typeface="Aptos"/>
              </a:rPr>
              <a:t>Unstructured selection</a:t>
            </a:r>
            <a:endParaRPr lang="en-US" sz="1600" b="1" dirty="0">
              <a:solidFill>
                <a:srgbClr val="122A4A"/>
              </a:solidFill>
              <a:latin typeface="Aptos"/>
            </a:endParaRPr>
          </a:p>
          <a:p>
            <a:pPr algn="l"/>
            <a:endParaRPr sz="1600" b="1" dirty="0">
              <a:solidFill>
                <a:srgbClr val="122A4A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800600" y="5120640"/>
            <a:ext cx="438912" cy="438912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5230368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001768"/>
            <a:ext cx="23317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A4A"/>
                </a:solidFill>
                <a:latin typeface="Aptos"/>
              </a:rPr>
              <a:t>Need for a central platform</a:t>
            </a:r>
            <a:endParaRPr lang="en-US" sz="1600" b="1" dirty="0">
              <a:solidFill>
                <a:srgbClr val="122A4A"/>
              </a:solidFill>
              <a:latin typeface="Aptos"/>
            </a:endParaRPr>
          </a:p>
          <a:p>
            <a:pPr algn="l"/>
            <a:endParaRPr sz="1600" b="1" dirty="0">
              <a:solidFill>
                <a:srgbClr val="122A4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03 / 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09B40B-565F-DCB0-9986-D21DBAF097F7}"/>
              </a:ext>
            </a:extLst>
          </p:cNvPr>
          <p:cNvSpPr txBox="1"/>
          <p:nvPr/>
        </p:nvSpPr>
        <p:spPr>
          <a:xfrm>
            <a:off x="5440680" y="1947672"/>
            <a:ext cx="5440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26313D"/>
                </a:solidFill>
                <a:latin typeface="Aptos"/>
              </a:rPr>
              <a:t>Students may not know who has the exact skills required.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004852-506A-48AE-ACCB-71310650CEB0}"/>
              </a:ext>
            </a:extLst>
          </p:cNvPr>
          <p:cNvSpPr txBox="1"/>
          <p:nvPr/>
        </p:nvSpPr>
        <p:spPr>
          <a:xfrm>
            <a:off x="5440680" y="3072384"/>
            <a:ext cx="54406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sz="1250" b="0" dirty="0">
              <a:solidFill>
                <a:srgbClr val="26313D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6313D"/>
                </a:solidFill>
                <a:latin typeface="Aptos"/>
              </a:rPr>
              <a:t>Finding suitable teammates can require repeated messages and follow-ups.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E7CB1A-6159-F4D0-77E9-B29D8E01D88D}"/>
              </a:ext>
            </a:extLst>
          </p:cNvPr>
          <p:cNvSpPr txBox="1"/>
          <p:nvPr/>
        </p:nvSpPr>
        <p:spPr>
          <a:xfrm>
            <a:off x="5440680" y="4197096"/>
            <a:ext cx="5440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26313D"/>
                </a:solidFill>
                <a:latin typeface="Aptos"/>
              </a:rPr>
              <a:t>Teams may be formed mainly through existing friend or class networks.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DEDD43-122B-BBE5-8863-AEF7E1D038A1}"/>
              </a:ext>
            </a:extLst>
          </p:cNvPr>
          <p:cNvSpPr txBox="1"/>
          <p:nvPr/>
        </p:nvSpPr>
        <p:spPr>
          <a:xfrm>
            <a:off x="5440680" y="5321807"/>
            <a:ext cx="54406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sz="1250" b="0" dirty="0">
              <a:solidFill>
                <a:srgbClr val="26313D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6313D"/>
                </a:solidFill>
                <a:latin typeface="Aptos"/>
              </a:rPr>
              <a:t>A simple organized system can connect project needs with student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3.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A centralized, skill-based team formation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05740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2148840"/>
            <a:ext cx="640080" cy="640080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944368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A4A"/>
                </a:solidFill>
                <a:latin typeface="Aptos"/>
              </a:rPr>
              <a:t>Create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502152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6313D"/>
                </a:solidFill>
                <a:latin typeface="Aptos"/>
              </a:rPr>
              <a:t>USN + basic details
Skills + interests</a:t>
            </a:r>
          </a:p>
        </p:txBody>
      </p:sp>
      <p:sp>
        <p:nvSpPr>
          <p:cNvPr id="12" name="Chevron 11"/>
          <p:cNvSpPr/>
          <p:nvPr/>
        </p:nvSpPr>
        <p:spPr>
          <a:xfrm>
            <a:off x="2798063" y="3127248"/>
            <a:ext cx="347472" cy="34747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44368" y="1874519"/>
            <a:ext cx="205740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57600" y="2148840"/>
            <a:ext cx="640080" cy="640080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944368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A4A"/>
                </a:solidFill>
                <a:latin typeface="Aptos"/>
              </a:rPr>
              <a:t>Create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502152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6313D"/>
                </a:solidFill>
                <a:latin typeface="Aptos"/>
              </a:rPr>
              <a:t>Project details
Required skills</a:t>
            </a:r>
          </a:p>
        </p:txBody>
      </p:sp>
      <p:sp>
        <p:nvSpPr>
          <p:cNvPr id="18" name="Chevron 17"/>
          <p:cNvSpPr/>
          <p:nvPr/>
        </p:nvSpPr>
        <p:spPr>
          <a:xfrm>
            <a:off x="5084064" y="3127248"/>
            <a:ext cx="347472" cy="34747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30368" y="1874519"/>
            <a:ext cx="205740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0" y="2148840"/>
            <a:ext cx="640080" cy="640080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233172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944368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A4A"/>
                </a:solidFill>
                <a:latin typeface="Aptos"/>
              </a:rPr>
              <a:t>Match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3502152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6313D"/>
                </a:solidFill>
                <a:latin typeface="Aptos"/>
              </a:rPr>
              <a:t>Compare requirements
with profiles</a:t>
            </a:r>
          </a:p>
        </p:txBody>
      </p:sp>
      <p:sp>
        <p:nvSpPr>
          <p:cNvPr id="24" name="Chevron 23"/>
          <p:cNvSpPr/>
          <p:nvPr/>
        </p:nvSpPr>
        <p:spPr>
          <a:xfrm>
            <a:off x="7370063" y="3127248"/>
            <a:ext cx="347472" cy="34747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16367" y="1874519"/>
            <a:ext cx="205740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599" y="2148840"/>
            <a:ext cx="640080" cy="640080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9" y="233172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7" y="2944368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A4A"/>
                </a:solidFill>
                <a:latin typeface="Aptos"/>
              </a:rPr>
              <a:t>Invite Students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7" y="3502152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6313D"/>
                </a:solidFill>
                <a:latin typeface="Aptos"/>
              </a:rPr>
              <a:t>Review recommendations
Send invitations</a:t>
            </a:r>
          </a:p>
        </p:txBody>
      </p:sp>
      <p:sp>
        <p:nvSpPr>
          <p:cNvPr id="30" name="Chevron 29"/>
          <p:cNvSpPr/>
          <p:nvPr/>
        </p:nvSpPr>
        <p:spPr>
          <a:xfrm>
            <a:off x="9656063" y="3127248"/>
            <a:ext cx="347472" cy="34747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802367" y="1874519"/>
            <a:ext cx="205740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515599" y="2148840"/>
            <a:ext cx="640080" cy="640080"/>
          </a:xfrm>
          <a:prstGeom prst="ellipse">
            <a:avLst/>
          </a:prstGeom>
          <a:solidFill>
            <a:srgbClr val="3A9763"/>
          </a:solidFill>
          <a:ln>
            <a:solidFill>
              <a:srgbClr val="3A9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599" y="233172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7" y="2944368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A4A"/>
                </a:solidFill>
                <a:latin typeface="Aptos"/>
              </a:rPr>
              <a:t>Build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7" y="3502152"/>
            <a:ext cx="1691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6313D"/>
                </a:solidFill>
                <a:latin typeface="Aptos"/>
              </a:rPr>
              <a:t>Accept / reject
Manage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8523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280"/>
                </a:solidFill>
                <a:latin typeface="Aptos"/>
              </a:rPr>
              <a:t>Design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230368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Keep the process simple: profile → project → match → invite → team.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4. Student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The profile provides the information used by the matching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47091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" y="2011680"/>
            <a:ext cx="822960" cy="822960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267712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9339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22A4A"/>
                </a:solidFill>
                <a:latin typeface="Aptos"/>
              </a:rPr>
              <a:t>Student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0487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280"/>
                </a:solidFill>
                <a:latin typeface="Aptos"/>
              </a:rPr>
              <a:t>USN:  1XX23ISXXX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7180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A4A"/>
                </a:solidFill>
                <a:latin typeface="Aptos"/>
              </a:rPr>
              <a:t>Basic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971800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13D"/>
                </a:solidFill>
                <a:latin typeface="Aptos"/>
              </a:rPr>
              <a:t>Name, USN and student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5478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A4A"/>
                </a:solidFill>
                <a:latin typeface="Aptos"/>
              </a:rPr>
              <a:t>Technical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547872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13D"/>
                </a:solidFill>
                <a:latin typeface="Aptos"/>
              </a:rPr>
              <a:t>Python • Java • SQL • Web Development • AI/ML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239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A4A"/>
                </a:solidFill>
                <a:latin typeface="Aptos"/>
              </a:rPr>
              <a:t>Soft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123944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13D"/>
                </a:solidFill>
                <a:latin typeface="Aptos"/>
              </a:rPr>
              <a:t>UI/UX • Documentation •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70001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A4A"/>
                </a:solidFill>
                <a:latin typeface="Aptos"/>
              </a:rPr>
              <a:t>Interests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700016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13D"/>
                </a:solidFill>
                <a:latin typeface="Aptos"/>
              </a:rPr>
              <a:t>Areas the student is interested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27608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A4A"/>
                </a:solidFill>
                <a:latin typeface="Aptos"/>
              </a:rPr>
              <a:t>Profile 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276088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13D"/>
                </a:solidFill>
                <a:latin typeface="Aptos"/>
              </a:rPr>
              <a:t>Provide data needed for project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8105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A4A"/>
                </a:solidFill>
                <a:latin typeface="Aptos"/>
              </a:rPr>
              <a:t>Example skill 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242316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44184" y="2560320"/>
            <a:ext cx="292608" cy="292608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8" y="258775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242316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41664" y="2560320"/>
            <a:ext cx="292608" cy="292608"/>
          </a:xfrm>
          <a:prstGeom prst="ellipse">
            <a:avLst/>
          </a:prstGeom>
          <a:solidFill>
            <a:srgbClr val="E8B24A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2288" y="258775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Java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3291839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44184" y="3428999"/>
            <a:ext cx="292608" cy="292608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8" y="345643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3291839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741664" y="3428999"/>
            <a:ext cx="292608" cy="292608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62288" y="345643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Web Development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416052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044184" y="4297680"/>
            <a:ext cx="292608" cy="292608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64808" y="432511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AI/ML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416052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741664" y="4297680"/>
            <a:ext cx="292608" cy="292608"/>
          </a:xfrm>
          <a:prstGeom prst="ellipse">
            <a:avLst/>
          </a:prstGeom>
          <a:solidFill>
            <a:srgbClr val="3A9763"/>
          </a:solidFill>
          <a:ln>
            <a:solidFill>
              <a:srgbClr val="3A9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62288" y="432511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UI/UX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80" y="502920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044184" y="5166360"/>
            <a:ext cx="292608" cy="292608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64808" y="519379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Documentation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502920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41664" y="5166360"/>
            <a:ext cx="292608" cy="292608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62288" y="5193792"/>
            <a:ext cx="15727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Presentation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05 / 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0822CD-186B-F0B0-2144-0E92B32A91E8}"/>
              </a:ext>
            </a:extLst>
          </p:cNvPr>
          <p:cNvSpPr txBox="1"/>
          <p:nvPr/>
        </p:nvSpPr>
        <p:spPr>
          <a:xfrm>
            <a:off x="5897880" y="565099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47280"/>
                </a:solidFill>
                <a:latin typeface="Aptos"/>
              </a:rPr>
              <a:t>The more complete the profile, the more information is available for 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5. Creating 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The project creator defines what the team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65379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965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22A4A"/>
                </a:solidFill>
                <a:latin typeface="Aptos"/>
              </a:rPr>
              <a:t>Create New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4203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280"/>
                </a:solidFill>
                <a:latin typeface="Aptos"/>
              </a:rPr>
              <a:t>Project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816351"/>
            <a:ext cx="5669280" cy="5029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2971800"/>
            <a:ext cx="5376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College Canteen Management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429000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280"/>
                </a:solidFill>
                <a:latin typeface="Aptos"/>
              </a:rPr>
              <a:t>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3703320"/>
            <a:ext cx="5669280" cy="5029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3858768"/>
            <a:ext cx="5376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Short description of the academic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3159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280"/>
                </a:solidFill>
                <a:latin typeface="Aptos"/>
              </a:rPr>
              <a:t>Required team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590288"/>
            <a:ext cx="1965960" cy="5029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" y="4745736"/>
            <a:ext cx="167335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3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4315968"/>
            <a:ext cx="343814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47280"/>
                </a:solidFill>
                <a:latin typeface="Aptos"/>
              </a:rPr>
              <a:t>Required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18688" y="4590288"/>
            <a:ext cx="3438144" cy="5029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64992" y="4745736"/>
            <a:ext cx="3145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Python, SQL, UI/UX, Presentation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664208"/>
            <a:ext cx="3977639" cy="4526280"/>
          </a:xfrm>
          <a:prstGeom prst="roundRect">
            <a:avLst>
              <a:gd name="adj" fmla="val 12000"/>
            </a:avLst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1993392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6CFE6"/>
                </a:solidFill>
                <a:latin typeface="Aptos"/>
              </a:rPr>
              <a:t>WHAT THE SYSTEM USES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0" y="2606040"/>
            <a:ext cx="384048" cy="384048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2697480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6517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Project requirements</a:t>
            </a:r>
          </a:p>
        </p:txBody>
      </p:sp>
      <p:sp>
        <p:nvSpPr>
          <p:cNvPr id="26" name="Oval 25"/>
          <p:cNvSpPr/>
          <p:nvPr/>
        </p:nvSpPr>
        <p:spPr>
          <a:xfrm>
            <a:off x="7909560" y="3300984"/>
            <a:ext cx="384048" cy="384048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392424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346704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Required skills</a:t>
            </a:r>
          </a:p>
        </p:txBody>
      </p:sp>
      <p:sp>
        <p:nvSpPr>
          <p:cNvPr id="29" name="Oval 28"/>
          <p:cNvSpPr/>
          <p:nvPr/>
        </p:nvSpPr>
        <p:spPr>
          <a:xfrm>
            <a:off x="7909560" y="3995928"/>
            <a:ext cx="384048" cy="384048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09560" y="408736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4164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Team size</a:t>
            </a:r>
          </a:p>
        </p:txBody>
      </p:sp>
      <p:sp>
        <p:nvSpPr>
          <p:cNvPr id="32" name="Oval 31"/>
          <p:cNvSpPr/>
          <p:nvPr/>
        </p:nvSpPr>
        <p:spPr>
          <a:xfrm>
            <a:off x="7909560" y="4690872"/>
            <a:ext cx="384048" cy="384048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09560" y="478231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73659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Student profiles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5440680"/>
            <a:ext cx="3246120" cy="36576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9560" y="565099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6E5F3"/>
                </a:solidFill>
                <a:latin typeface="Aptos"/>
              </a:rPr>
              <a:t>These inputs become the basis for recommendations.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6. Skill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How the system identifies relevant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11680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4CDE4"/>
                </a:solidFill>
                <a:latin typeface="Aptos"/>
              </a:rPr>
              <a:t>BASIC MATCHING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2834640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Required project skills
+
Student profile skills</a:t>
            </a:r>
            <a:endParaRPr lang="en-US" sz="22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↓
</a:t>
            </a:r>
            <a:endParaRPr lang="en-US" sz="22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Matching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" y="5084064"/>
            <a:ext cx="2971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5E5F4"/>
                </a:solidFill>
                <a:latin typeface="Aptos"/>
              </a:rPr>
              <a:t>A simple score can be calculated from the number of required skills a student possesses.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1051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A4A"/>
                </a:solidFill>
                <a:latin typeface="Aptos"/>
              </a:rPr>
              <a:t>Illustrative matching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395728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2560320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2395728"/>
            <a:ext cx="987552" cy="50292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67144" y="2542032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A4A"/>
                </a:solidFill>
                <a:latin typeface="Aptos"/>
              </a:rPr>
              <a:t>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395728"/>
            <a:ext cx="987552" cy="50292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2" y="2542032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A4A"/>
                </a:solidFill>
                <a:latin typeface="Aptos"/>
              </a:rPr>
              <a:t>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2395728"/>
            <a:ext cx="987552" cy="50292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2542032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A4A"/>
                </a:solidFill>
                <a:latin typeface="Aptos"/>
              </a:rPr>
              <a:t>UI/UX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86416" y="2395728"/>
            <a:ext cx="987552" cy="50292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13848" y="2542032"/>
            <a:ext cx="932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A4A"/>
                </a:solidFill>
                <a:latin typeface="Aptos"/>
              </a:rPr>
              <a:t>Presentation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06324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83480" y="3163824"/>
            <a:ext cx="347472" cy="347472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22392" y="326440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Student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39712" y="306324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9712" y="323697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A9763"/>
                </a:solidFill>
                <a:latin typeface="Aptos"/>
              </a:rP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06324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0" y="323697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A9763"/>
                </a:solidFill>
                <a:latin typeface="Aptos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0848" y="306324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70848" y="323697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86416" y="306324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86416" y="323697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388620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983480" y="3986784"/>
            <a:ext cx="347472" cy="347472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22392" y="408736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Student 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39712" y="388620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39712" y="405993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80" y="388620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0" y="405993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70848" y="388620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70848" y="405993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A9763"/>
                </a:solidFill>
                <a:latin typeface="Aptos"/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86416" y="388620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86416" y="405993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00600" y="470916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983480" y="4809744"/>
            <a:ext cx="347472" cy="347472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22392" y="491032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6313D"/>
                </a:solidFill>
                <a:latin typeface="Aptos"/>
              </a:rPr>
              <a:t>Student 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39712" y="470916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39712" y="488289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80" y="470916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80" y="488289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8" y="470916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70848" y="488289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280"/>
                </a:solidFill>
                <a:latin typeface="Aptos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86416" y="4709160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86416" y="4882896"/>
            <a:ext cx="9875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A9763"/>
                </a:solidFill>
                <a:latin typeface="Aptos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07 / 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BF1AF1-2088-AA05-7F95-3CB13A19A3F8}"/>
              </a:ext>
            </a:extLst>
          </p:cNvPr>
          <p:cNvSpPr txBox="1"/>
          <p:nvPr/>
        </p:nvSpPr>
        <p:spPr>
          <a:xfrm>
            <a:off x="4800600" y="566928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47280"/>
                </a:solidFill>
                <a:latin typeface="Aptos"/>
              </a:rPr>
              <a:t>The creator reviews recommendations before sending invitations.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7.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College Canteen Management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10863072" cy="86868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65B0"/>
                </a:solidFill>
                <a:latin typeface="Aptos"/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810512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A4A"/>
                </a:solidFill>
                <a:latin typeface="Aptos"/>
              </a:rPr>
              <a:t>College Canteen Management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4708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6313D"/>
                </a:solidFill>
                <a:latin typeface="Aptos"/>
              </a:rPr>
              <a:t>Required: Python • SQL • UI/UX •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8036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" y="3182112"/>
            <a:ext cx="566928" cy="566928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355848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31546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A4A"/>
                </a:solidFill>
                <a:latin typeface="Aptos"/>
              </a:rPr>
              <a:t>Student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50215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65B0"/>
                </a:solidFill>
                <a:latin typeface="Aptos"/>
              </a:rPr>
              <a:t>BACKEND /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4041648"/>
            <a:ext cx="2788920" cy="45720"/>
          </a:xfrm>
          <a:prstGeom prst="rect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37083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313D"/>
                </a:solidFill>
                <a:latin typeface="Aptos"/>
              </a:rPr>
              <a:t>Python +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36592"/>
            <a:ext cx="2788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280"/>
                </a:solidFill>
                <a:latin typeface="Aptos"/>
              </a:rPr>
              <a:t>Relevant skill(s) found in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88036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0" y="3182112"/>
            <a:ext cx="566928" cy="566928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355848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1546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A4A"/>
                </a:solidFill>
                <a:latin typeface="Aptos"/>
              </a:rPr>
              <a:t>Student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0215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056AA"/>
                </a:solidFill>
                <a:latin typeface="Aptos"/>
              </a:rPr>
              <a:t>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041648"/>
            <a:ext cx="2788920" cy="45720"/>
          </a:xfrm>
          <a:prstGeom prst="rect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437083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313D"/>
                </a:solidFill>
                <a:latin typeface="Aptos"/>
              </a:rPr>
              <a:t>UI/UX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736592"/>
            <a:ext cx="2788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280"/>
                </a:solidFill>
                <a:latin typeface="Aptos"/>
              </a:rPr>
              <a:t>Relevant skill(s) found in 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288036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57032" y="3182112"/>
            <a:ext cx="566928" cy="566928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57032" y="3355848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1546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A4A"/>
                </a:solidFill>
                <a:latin typeface="Aptos"/>
              </a:rPr>
              <a:t>Student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50215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8695B"/>
                </a:solidFill>
                <a:latin typeface="Aptos"/>
              </a:rPr>
              <a:t>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032" y="4041648"/>
            <a:ext cx="2788920" cy="45720"/>
          </a:xfrm>
          <a:prstGeom prst="rect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2" y="437083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313D"/>
                </a:solidFill>
                <a:latin typeface="Aptos"/>
              </a:rPr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4736592"/>
            <a:ext cx="2788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280"/>
                </a:solidFill>
                <a:latin typeface="Aptos"/>
              </a:rPr>
              <a:t>Relevant skill(s) found in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596128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280"/>
                </a:solidFill>
                <a:latin typeface="Aptos"/>
              </a:rP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5541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A4A"/>
                </a:solidFill>
                <a:latin typeface="Aptos"/>
              </a:rPr>
              <a:t>The project creator can review these recommendations and invite suitable students to build the team.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8. Team Invitation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Recommendations become a team through an explicit invitation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057400"/>
            <a:ext cx="777240" cy="777240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304288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06324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A4A"/>
                </a:solidFill>
                <a:latin typeface="Aptos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349300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13D"/>
                </a:solidFill>
                <a:latin typeface="Aptos"/>
              </a:rPr>
              <a:t>Creator reviews
suggested students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2404872"/>
            <a:ext cx="1920240" cy="45720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3328416" y="2240280"/>
            <a:ext cx="320040" cy="320040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03320" y="2057400"/>
            <a:ext cx="777240" cy="777240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304288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306324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A4A"/>
                </a:solidFill>
                <a:latin typeface="Aptos"/>
              </a:rPr>
              <a:t>Invitation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9300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13D"/>
                </a:solidFill>
                <a:latin typeface="Aptos"/>
              </a:rPr>
              <a:t>Creator sends
team invitation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2404872"/>
            <a:ext cx="1920240" cy="45720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6190488" y="2240280"/>
            <a:ext cx="320040" cy="320040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65392" y="2057400"/>
            <a:ext cx="777240" cy="777240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2304288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06324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A4A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349300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13D"/>
                </a:solidFill>
                <a:latin typeface="Aptos"/>
              </a:rPr>
              <a:t>Student accepts
or rejects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2404872"/>
            <a:ext cx="1920240" cy="45720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evron 23"/>
          <p:cNvSpPr/>
          <p:nvPr/>
        </p:nvSpPr>
        <p:spPr>
          <a:xfrm>
            <a:off x="9052560" y="2240280"/>
            <a:ext cx="320040" cy="320040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27464" y="2057400"/>
            <a:ext cx="777240" cy="777240"/>
          </a:xfrm>
          <a:prstGeom prst="ellipse">
            <a:avLst/>
          </a:prstGeom>
          <a:solidFill>
            <a:srgbClr val="3A9763"/>
          </a:solidFill>
          <a:ln>
            <a:solidFill>
              <a:srgbClr val="3A9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27464" y="2304288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06324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A4A"/>
                </a:solidFill>
                <a:latin typeface="Aptos"/>
              </a:rPr>
              <a:t>Team formed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349300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6313D"/>
                </a:solidFill>
                <a:latin typeface="Aptos"/>
              </a:rPr>
              <a:t>Accepted students
join project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57400" y="4663440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E1F5F1"/>
          </a:solidFill>
          <a:ln>
            <a:solidFill>
              <a:srgbClr val="E1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0" y="4901184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918F"/>
                </a:solidFill>
                <a:latin typeface="Aptos"/>
              </a:rPr>
              <a:t>ACCEPT  →  Student joins the project team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663440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0" y="4901184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47280"/>
                </a:solidFill>
                <a:latin typeface="Aptos"/>
              </a:rPr>
              <a:t>REJECT  →  Creator can invite another student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9.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End-to-end flow from registration to project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135331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1832" y="2450592"/>
            <a:ext cx="438912" cy="438912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5603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971800"/>
            <a:ext cx="1207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A4A"/>
                </a:solidFill>
                <a:latin typeface="Aptos"/>
              </a:rPr>
              <a:t>Student
Registration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1938528" y="2587752"/>
            <a:ext cx="256032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76272" y="2240280"/>
            <a:ext cx="135331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15184" y="2450592"/>
            <a:ext cx="438912" cy="438912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15184" y="25603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2971800"/>
            <a:ext cx="1207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A4A"/>
                </a:solidFill>
                <a:latin typeface="Aptos"/>
              </a:rPr>
              <a:t>Skill
Profile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11880" y="2587752"/>
            <a:ext cx="256032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49624" y="2240280"/>
            <a:ext cx="135331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88536" y="2450592"/>
            <a:ext cx="438912" cy="438912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88536" y="25603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2971800"/>
            <a:ext cx="1207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A4A"/>
                </a:solidFill>
                <a:latin typeface="Aptos"/>
              </a:rPr>
              <a:t>Create
Project</a:t>
            </a:r>
          </a:p>
        </p:txBody>
      </p:sp>
      <p:sp>
        <p:nvSpPr>
          <p:cNvPr id="21" name="Chevron 20"/>
          <p:cNvSpPr/>
          <p:nvPr/>
        </p:nvSpPr>
        <p:spPr>
          <a:xfrm>
            <a:off x="5285232" y="2587752"/>
            <a:ext cx="256032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22976" y="2240280"/>
            <a:ext cx="135331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61888" y="2450592"/>
            <a:ext cx="438912" cy="438912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61888" y="25603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2971800"/>
            <a:ext cx="1207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A4A"/>
                </a:solidFill>
                <a:latin typeface="Aptos"/>
              </a:rPr>
              <a:t>Skill
Matching</a:t>
            </a:r>
          </a:p>
        </p:txBody>
      </p:sp>
      <p:sp>
        <p:nvSpPr>
          <p:cNvPr id="26" name="Chevron 25"/>
          <p:cNvSpPr/>
          <p:nvPr/>
        </p:nvSpPr>
        <p:spPr>
          <a:xfrm>
            <a:off x="6958584" y="2587752"/>
            <a:ext cx="256032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96328" y="2240280"/>
            <a:ext cx="135331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35240" y="2450592"/>
            <a:ext cx="438912" cy="438912"/>
          </a:xfrm>
          <a:prstGeom prst="ellipse">
            <a:avLst/>
          </a:prstGeom>
          <a:solidFill>
            <a:srgbClr val="E8B24A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25603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971800"/>
            <a:ext cx="1207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A4A"/>
                </a:solidFill>
                <a:latin typeface="Aptos"/>
              </a:rPr>
              <a:t>Recommendations</a:t>
            </a:r>
          </a:p>
        </p:txBody>
      </p:sp>
      <p:sp>
        <p:nvSpPr>
          <p:cNvPr id="31" name="Chevron 30"/>
          <p:cNvSpPr/>
          <p:nvPr/>
        </p:nvSpPr>
        <p:spPr>
          <a:xfrm>
            <a:off x="8631936" y="2587752"/>
            <a:ext cx="256032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869680" y="2240280"/>
            <a:ext cx="135331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08592" y="2450592"/>
            <a:ext cx="438912" cy="438912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08592" y="25603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2971800"/>
            <a:ext cx="1207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A4A"/>
                </a:solidFill>
                <a:latin typeface="Aptos"/>
              </a:rPr>
              <a:t>Invitation</a:t>
            </a:r>
          </a:p>
        </p:txBody>
      </p:sp>
      <p:sp>
        <p:nvSpPr>
          <p:cNvPr id="36" name="Chevron 35"/>
          <p:cNvSpPr/>
          <p:nvPr/>
        </p:nvSpPr>
        <p:spPr>
          <a:xfrm>
            <a:off x="10305288" y="2587752"/>
            <a:ext cx="256032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43032" y="2240280"/>
            <a:ext cx="135331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981944" y="2450592"/>
            <a:ext cx="438912" cy="438912"/>
          </a:xfrm>
          <a:prstGeom prst="ellipse">
            <a:avLst/>
          </a:prstGeom>
          <a:solidFill>
            <a:srgbClr val="3A9763"/>
          </a:solidFill>
          <a:ln>
            <a:solidFill>
              <a:srgbClr val="3A9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81944" y="256032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16184" y="2971800"/>
            <a:ext cx="1207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A4A"/>
                </a:solidFill>
                <a:latin typeface="Aptos"/>
              </a:rPr>
              <a:t>Team
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96849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22A4A"/>
                </a:solidFill>
                <a:latin typeface="Aptos"/>
              </a:rPr>
              <a:t>Workflow in simple terms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590288"/>
            <a:ext cx="105156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6313D"/>
                </a:solidFill>
                <a:latin typeface="Aptos"/>
              </a:defRPr>
            </a:pPr>
            <a:r>
              <a:t>•  Register and create a skill profile.</a:t>
            </a:r>
          </a:p>
          <a:p>
            <a:pPr>
              <a:spcAft>
                <a:spcPts val="800"/>
              </a:spcAft>
              <a:defRPr sz="1250">
                <a:solidFill>
                  <a:srgbClr val="26313D"/>
                </a:solidFill>
                <a:latin typeface="Aptos"/>
              </a:defRPr>
            </a:pPr>
            <a:r>
              <a:t>•  Create a project and enter required skills.</a:t>
            </a:r>
          </a:p>
          <a:p>
            <a:pPr>
              <a:spcAft>
                <a:spcPts val="800"/>
              </a:spcAft>
              <a:defRPr sz="1250">
                <a:solidFill>
                  <a:srgbClr val="26313D"/>
                </a:solidFill>
                <a:latin typeface="Aptos"/>
              </a:defRPr>
            </a:pPr>
            <a:r>
              <a:t>•  System compares project skills with student profiles.</a:t>
            </a:r>
          </a:p>
          <a:p>
            <a:pPr>
              <a:spcAft>
                <a:spcPts val="800"/>
              </a:spcAft>
              <a:defRPr sz="1250">
                <a:solidFill>
                  <a:srgbClr val="26313D"/>
                </a:solidFill>
                <a:latin typeface="Aptos"/>
              </a:defRPr>
            </a:pPr>
            <a:r>
              <a:t>•  Recommended students are displayed.</a:t>
            </a:r>
          </a:p>
          <a:p>
            <a:pPr>
              <a:spcAft>
                <a:spcPts val="800"/>
              </a:spcAft>
              <a:defRPr sz="1250">
                <a:solidFill>
                  <a:srgbClr val="26313D"/>
                </a:solidFill>
                <a:latin typeface="Aptos"/>
              </a:defRPr>
            </a:pPr>
            <a:r>
              <a:t>•  Creator sends invitations; accepted students become the team.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10. Basic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Three core layers plus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7452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755648"/>
            <a:ext cx="2148840" cy="932688"/>
          </a:xfrm>
          <a:prstGeom prst="roundRect">
            <a:avLst>
              <a:gd name="adj" fmla="val 12000"/>
            </a:avLst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2066543"/>
            <a:ext cx="18470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020824"/>
            <a:ext cx="4617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313D"/>
                </a:solidFill>
                <a:latin typeface="Aptos"/>
              </a:rPr>
              <a:t>Registration • Profiles • Project creation • Recommendations</a:t>
            </a:r>
          </a:p>
        </p:txBody>
      </p:sp>
      <p:sp>
        <p:nvSpPr>
          <p:cNvPr id="11" name="Chevron 10"/>
          <p:cNvSpPr/>
          <p:nvPr/>
        </p:nvSpPr>
        <p:spPr>
          <a:xfrm>
            <a:off x="4425696" y="2743200"/>
            <a:ext cx="411480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990088"/>
            <a:ext cx="7452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990088"/>
            <a:ext cx="2148840" cy="932688"/>
          </a:xfrm>
          <a:prstGeom prst="roundRect">
            <a:avLst>
              <a:gd name="adj" fmla="val 12000"/>
            </a:avLst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3300984"/>
            <a:ext cx="18470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APPLICATION / MATCHING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3255264"/>
            <a:ext cx="4617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313D"/>
                </a:solidFill>
                <a:latin typeface="Aptos"/>
              </a:rPr>
              <a:t>Processes requirements • Calculates skill matches • Manages invitations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4425696" y="3977639"/>
            <a:ext cx="411480" cy="256032"/>
          </a:xfrm>
          <a:prstGeom prst="chevron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4224528"/>
            <a:ext cx="7452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224528"/>
            <a:ext cx="2148840" cy="932688"/>
          </a:xfrm>
          <a:prstGeom prst="roundRect">
            <a:avLst>
              <a:gd name="adj" fmla="val 12000"/>
            </a:avLst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" y="4535424"/>
            <a:ext cx="18470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489704"/>
            <a:ext cx="4617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313D"/>
                </a:solidFill>
                <a:latin typeface="Aptos"/>
              </a:rPr>
              <a:t>Students • Skills • Projects • Invitations • Team information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755648"/>
            <a:ext cx="2514600" cy="2148840"/>
          </a:xfrm>
          <a:prstGeom prst="roundRect">
            <a:avLst>
              <a:gd name="adj" fmla="val 12000"/>
            </a:avLst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9408" y="205740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3CBE2"/>
                </a:solidFill>
                <a:latin typeface="Aptos"/>
              </a:rPr>
              <a:t>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487168"/>
            <a:ext cx="2011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Registered
student credentials
Access 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4251960"/>
            <a:ext cx="2514600" cy="1691640"/>
          </a:xfrm>
          <a:prstGeom prst="roundRect">
            <a:avLst>
              <a:gd name="adj" fmla="val 12000"/>
            </a:avLst>
          </a:prstGeom>
          <a:solidFill>
            <a:srgbClr val="E1F5F1"/>
          </a:solidFill>
          <a:ln>
            <a:solidFill>
              <a:srgbClr val="E1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4535424"/>
            <a:ext cx="1965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F918F"/>
                </a:solidFill>
                <a:latin typeface="Apto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4919472"/>
            <a:ext cx="2011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A4A"/>
                </a:solidFill>
                <a:latin typeface="Aptos"/>
              </a:rPr>
              <a:t>Recommended
teammates +
team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280"/>
                </a:solidFill>
                <a:latin typeface="Aptos"/>
              </a:rPr>
              <a:t>The architecture is intentionally simple so the initial project can focus on the matching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11. Suggested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Technologies proposed in the project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4688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72768" y="2084831"/>
            <a:ext cx="640080" cy="640080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226771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077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A4A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313D"/>
                </a:solidFill>
                <a:latin typeface="Aptos"/>
              </a:rPr>
              <a:t>HTML
CSS
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2803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280"/>
                </a:solidFill>
                <a:latin typeface="Aptos"/>
              </a:rPr>
              <a:t>Web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783080"/>
            <a:ext cx="24688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34256" y="2084831"/>
            <a:ext cx="640080" cy="640080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34256" y="226771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9077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A4A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42900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313D"/>
                </a:solidFill>
                <a:latin typeface="Aptos"/>
              </a:rPr>
              <a:t>Python
Django / Flask
OR Java Spring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482803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280"/>
                </a:solidFill>
                <a:latin typeface="Aptos"/>
              </a:rPr>
              <a:t>Application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783080"/>
            <a:ext cx="24688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95744" y="2084831"/>
            <a:ext cx="640080" cy="640080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95744" y="226771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9077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A4A"/>
                </a:solidFill>
                <a:latin typeface="Aptos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42900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313D"/>
                </a:solidFill>
                <a:latin typeface="Aptos"/>
              </a:rPr>
              <a:t>MySQL
OR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82803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280"/>
                </a:solidFill>
                <a:latin typeface="Aptos"/>
              </a:rPr>
              <a:t>Persistent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1783080"/>
            <a:ext cx="24688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857232" y="2084831"/>
            <a:ext cx="640080" cy="640080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57232" y="226771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9077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A4A"/>
                </a:solidFill>
                <a:latin typeface="Aptos"/>
              </a:rPr>
              <a:t>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342900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313D"/>
                </a:solidFill>
                <a:latin typeface="Aptos"/>
              </a:rPr>
              <a:t>Rule-based
skill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482803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280"/>
                </a:solidFill>
                <a:latin typeface="Aptos"/>
              </a:rPr>
              <a:t>Initial scoring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1500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280"/>
                </a:solidFill>
                <a:latin typeface="Aptos"/>
              </a:rPr>
              <a:t>Implementation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660136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A4A"/>
                </a:solidFill>
                <a:latin typeface="Aptos"/>
              </a:rPr>
              <a:t>The project can begin with a rule-based matcher and evolve later as requirements become more advanced.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12. Main Features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What the system provides to students and project creators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365B0"/>
                </a:solidFill>
                <a:latin typeface="Aptos"/>
              </a:rPr>
              <a:t>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64008" cy="1051560"/>
          </a:xfrm>
          <a:prstGeom prst="rect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1901952"/>
            <a:ext cx="438912" cy="438912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965960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20391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Student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24597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USN-based registration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4487" y="1700784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04487" y="1700784"/>
            <a:ext cx="64008" cy="1051560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05655" y="1901952"/>
            <a:ext cx="438912" cy="438912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05655" y="1965960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1901952"/>
            <a:ext cx="20391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Skill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368296"/>
            <a:ext cx="24597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Technical + soft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999232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2999232"/>
            <a:ext cx="64008" cy="1051560"/>
          </a:xfrm>
          <a:prstGeom prst="rect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9536" y="3200400"/>
            <a:ext cx="438912" cy="438912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264408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3200400"/>
            <a:ext cx="20391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66744"/>
            <a:ext cx="24597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Project and team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04487" y="2999232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04487" y="2999232"/>
            <a:ext cx="64008" cy="1051560"/>
          </a:xfrm>
          <a:prstGeom prst="rect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105655" y="3200400"/>
            <a:ext cx="438912" cy="438912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05655" y="3264408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3200400"/>
            <a:ext cx="20391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Skill matching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6825" y="3607309"/>
            <a:ext cx="24597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26313D"/>
                </a:solidFill>
                <a:latin typeface="Aptos"/>
              </a:rPr>
              <a:t>Compare requirements with profiles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97680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297680"/>
            <a:ext cx="64008" cy="1051560"/>
          </a:xfrm>
          <a:prstGeom prst="rect">
            <a:avLst/>
          </a:prstGeom>
          <a:solidFill>
            <a:srgbClr val="E8B24A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9536" y="4498848"/>
            <a:ext cx="438912" cy="438912"/>
          </a:xfrm>
          <a:prstGeom prst="ellipse">
            <a:avLst/>
          </a:prstGeom>
          <a:solidFill>
            <a:srgbClr val="E8B24A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4562856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6" y="4498848"/>
            <a:ext cx="20391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Invitations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65192"/>
            <a:ext cx="24597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Accept / reject invitations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04487" y="4297680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904487" y="4297680"/>
            <a:ext cx="64008" cy="1051560"/>
          </a:xfrm>
          <a:prstGeom prst="rect">
            <a:avLst/>
          </a:prstGeom>
          <a:solidFill>
            <a:srgbClr val="3A9763"/>
          </a:solidFill>
          <a:ln>
            <a:solidFill>
              <a:srgbClr val="3A9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105655" y="4498848"/>
            <a:ext cx="438912" cy="438912"/>
          </a:xfrm>
          <a:prstGeom prst="ellipse">
            <a:avLst/>
          </a:prstGeom>
          <a:solidFill>
            <a:srgbClr val="3A9763"/>
          </a:solidFill>
          <a:ln>
            <a:solidFill>
              <a:srgbClr val="3A9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05655" y="4562856"/>
            <a:ext cx="438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54296" y="4498848"/>
            <a:ext cx="20391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A4A"/>
                </a:solidFill>
                <a:latin typeface="Aptos"/>
              </a:rPr>
              <a:t>Team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4965192"/>
            <a:ext cx="24597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13D"/>
                </a:solidFill>
                <a:latin typeface="Aptos"/>
              </a:rPr>
              <a:t>Manage formed project teams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73112" y="1645920"/>
            <a:ext cx="4160520" cy="4279392"/>
          </a:xfrm>
          <a:prstGeom prst="roundRect">
            <a:avLst>
              <a:gd name="adj" fmla="val 12000"/>
            </a:avLst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26679" y="201168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3CCE4"/>
                </a:solidFill>
                <a:latin typeface="Aptos"/>
              </a:rPr>
              <a:t>BENEFITS</a:t>
            </a:r>
          </a:p>
        </p:txBody>
      </p:sp>
      <p:sp>
        <p:nvSpPr>
          <p:cNvPr id="45" name="Oval 44"/>
          <p:cNvSpPr/>
          <p:nvPr/>
        </p:nvSpPr>
        <p:spPr>
          <a:xfrm>
            <a:off x="7726679" y="2560320"/>
            <a:ext cx="310896" cy="310896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26679" y="2624327"/>
            <a:ext cx="3108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2523744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Faster and more organized teammate discovery</a:t>
            </a:r>
          </a:p>
        </p:txBody>
      </p:sp>
      <p:sp>
        <p:nvSpPr>
          <p:cNvPr id="48" name="Oval 47"/>
          <p:cNvSpPr/>
          <p:nvPr/>
        </p:nvSpPr>
        <p:spPr>
          <a:xfrm>
            <a:off x="7726679" y="3200399"/>
            <a:ext cx="310896" cy="310896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26679" y="3264407"/>
            <a:ext cx="3108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3163823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Skill-based team formation</a:t>
            </a:r>
          </a:p>
        </p:txBody>
      </p:sp>
      <p:sp>
        <p:nvSpPr>
          <p:cNvPr id="51" name="Oval 50"/>
          <p:cNvSpPr/>
          <p:nvPr/>
        </p:nvSpPr>
        <p:spPr>
          <a:xfrm>
            <a:off x="7726679" y="3840479"/>
            <a:ext cx="310896" cy="310896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26679" y="3904487"/>
            <a:ext cx="3108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3803904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Better visibility of classmates' useful skills</a:t>
            </a:r>
          </a:p>
        </p:txBody>
      </p:sp>
      <p:sp>
        <p:nvSpPr>
          <p:cNvPr id="54" name="Oval 53"/>
          <p:cNvSpPr/>
          <p:nvPr/>
        </p:nvSpPr>
        <p:spPr>
          <a:xfrm>
            <a:off x="7726679" y="4480559"/>
            <a:ext cx="310896" cy="310896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26679" y="4544568"/>
            <a:ext cx="3108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1312" y="4443984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Less manual searching and repeated messages</a:t>
            </a:r>
          </a:p>
        </p:txBody>
      </p:sp>
      <p:sp>
        <p:nvSpPr>
          <p:cNvPr id="57" name="Oval 56"/>
          <p:cNvSpPr/>
          <p:nvPr/>
        </p:nvSpPr>
        <p:spPr>
          <a:xfrm>
            <a:off x="7726679" y="5120640"/>
            <a:ext cx="310896" cy="310896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26679" y="5184648"/>
            <a:ext cx="3108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5084064"/>
            <a:ext cx="2788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Project and team participation can be recorded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A4A"/>
                </a:solidFill>
                <a:latin typeface="Aptos"/>
              </a:rPr>
              <a:t>13.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280"/>
                </a:solidFill>
                <a:latin typeface="Aptos"/>
              </a:rPr>
              <a:t>How the system can become more useful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5560" y="38404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95560" y="438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rgbClr val="2365B0"/>
                </a:solidFill>
                <a:latin typeface="Aptos"/>
              </a:rPr>
              <a:t>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566928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947672"/>
            <a:ext cx="530352" cy="530352"/>
          </a:xfrm>
          <a:prstGeom prst="ellipse">
            <a:avLst/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89280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22A4A"/>
                </a:solidFill>
                <a:latin typeface="Aptos"/>
              </a:rPr>
              <a:t>Interest &amp;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221992"/>
            <a:ext cx="3794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Match students not only by skills, but also by interests and availability.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73368" y="1947672"/>
            <a:ext cx="530352" cy="530352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112264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89280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22A4A"/>
                </a:solidFill>
                <a:latin typeface="Aptos"/>
              </a:rPr>
              <a:t>Skill proficiency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221992"/>
            <a:ext cx="3794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Add skill levels and certifications for more detailed matching.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0896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6968" y="3364992"/>
            <a:ext cx="530352" cy="530352"/>
          </a:xfrm>
          <a:prstGeom prst="ellipse">
            <a:avLst/>
          </a:prstGeom>
          <a:solidFill>
            <a:srgbClr val="7056AA"/>
          </a:solidFill>
          <a:ln>
            <a:solidFill>
              <a:srgbClr val="70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29584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331012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22A4A"/>
                </a:solidFill>
                <a:latin typeface="Aptos"/>
              </a:rPr>
              <a:t>Smarter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3639312"/>
            <a:ext cx="3794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Explore machine-learning-based recommendation methods.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10896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73368" y="3364992"/>
            <a:ext cx="530352" cy="530352"/>
          </a:xfrm>
          <a:prstGeom prst="ellipse">
            <a:avLst/>
          </a:prstGeom>
          <a:solidFill>
            <a:srgbClr val="E8695B"/>
          </a:solidFill>
          <a:ln>
            <a:solidFill>
              <a:srgbClr val="E8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529584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331012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22A4A"/>
                </a:solidFill>
                <a:latin typeface="Aptos"/>
              </a:rPr>
              <a:t>Built-in 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639312"/>
            <a:ext cx="3794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Add chat or messaging between students.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2628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" y="4782312"/>
            <a:ext cx="530352" cy="530352"/>
          </a:xfrm>
          <a:prstGeom prst="ellipse">
            <a:avLst/>
          </a:prstGeom>
          <a:solidFill>
            <a:srgbClr val="E8B24A"/>
          </a:solidFill>
          <a:ln>
            <a:solidFill>
              <a:srgbClr val="E8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4946904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472744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22A4A"/>
                </a:solidFill>
                <a:latin typeface="Aptos"/>
              </a:rPr>
              <a:t>Project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8488" y="5056632"/>
            <a:ext cx="3794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Add deadlines, tasks and project tracking.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452628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73368" y="4782312"/>
            <a:ext cx="530352" cy="530352"/>
          </a:xfrm>
          <a:prstGeom prst="ellipse">
            <a:avLst/>
          </a:prstGeom>
          <a:solidFill>
            <a:srgbClr val="3A9763"/>
          </a:solidFill>
          <a:ln>
            <a:solidFill>
              <a:srgbClr val="3A9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4946904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472744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22A4A"/>
                </a:solidFill>
                <a:latin typeface="Aptos"/>
              </a:rP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4888" y="5056632"/>
            <a:ext cx="3794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13D"/>
                </a:solidFill>
                <a:latin typeface="Aptos"/>
              </a:rPr>
              <a:t>Collect ratings or feedback after project completion.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080760"/>
            <a:ext cx="8138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22A4A"/>
                </a:solidFill>
                <a:latin typeface="Aptos"/>
              </a:rPr>
              <a:t>From simple rule-based matching → a broader student collaboration platform.</a:t>
            </a:r>
            <a:endParaRPr lang="en-US" sz="1400" b="1" dirty="0">
              <a:solidFill>
                <a:srgbClr val="122A4A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61320" y="652881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280"/>
                </a:solidFill>
                <a:latin typeface="Aptos"/>
              </a:rPr>
              <a:t>14 / 15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04888" y="5824728"/>
            <a:ext cx="3918711" cy="868680"/>
          </a:xfrm>
          <a:prstGeom prst="roundRect">
            <a:avLst>
              <a:gd name="adj" fmla="val 15000"/>
            </a:avLst>
          </a:prstGeom>
          <a:solidFill>
            <a:srgbClr val="2365B0"/>
          </a:solidFill>
          <a:ln>
            <a:solidFill>
              <a:srgbClr val="236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Apto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https://evangelineshine29-png.github.io/student-team-skill-matching-system_app/</a:t>
            </a:r>
            <a:endParaRPr lang="en-IN" sz="1400" b="1" dirty="0">
              <a:solidFill>
                <a:schemeClr val="bg1"/>
              </a:solidFill>
              <a:latin typeface="Aptos"/>
            </a:endParaRPr>
          </a:p>
          <a:p>
            <a:pPr algn="ctr"/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- OPEN LINK</a:t>
            </a:r>
            <a:endParaRPr lang="en-IN" sz="14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67"/>
            <a:ext cx="12191695" cy="6858000"/>
          </a:xfrm>
          <a:prstGeom prst="rect">
            <a:avLst/>
          </a:prstGeom>
          <a:solidFill>
            <a:srgbClr val="122A4A"/>
          </a:solidFill>
          <a:ln>
            <a:solidFill>
              <a:srgbClr val="12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3CCE4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6583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Right skills.
Right people.
Better project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82112"/>
            <a:ext cx="6217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BE7F2"/>
                </a:solidFill>
                <a:latin typeface="Aptos"/>
              </a:rPr>
              <a:t>The system connects students with suitable project teammates by matching their skills and interests with project requirements.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4370832"/>
            <a:ext cx="5806440" cy="54864"/>
          </a:xfrm>
          <a:prstGeom prst="rect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76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3CCE4"/>
                </a:solidFill>
                <a:latin typeface="Aptos"/>
              </a:rPr>
              <a:t>Any questions?</a:t>
            </a:r>
          </a:p>
        </p:txBody>
      </p:sp>
      <p:sp>
        <p:nvSpPr>
          <p:cNvPr id="9" name="Oval 8"/>
          <p:cNvSpPr/>
          <p:nvPr/>
        </p:nvSpPr>
        <p:spPr>
          <a:xfrm>
            <a:off x="8275320" y="1417320"/>
            <a:ext cx="2148840" cy="2148840"/>
          </a:xfrm>
          <a:prstGeom prst="ellipse">
            <a:avLst/>
          </a:prstGeom>
          <a:solidFill>
            <a:srgbClr val="1D3F67"/>
          </a:solidFill>
          <a:ln>
            <a:solidFill>
              <a:srgbClr val="1D3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59368" y="1801368"/>
            <a:ext cx="1380744" cy="1380744"/>
          </a:xfrm>
          <a:prstGeom prst="ellipse">
            <a:avLst/>
          </a:prstGeom>
          <a:solidFill>
            <a:srgbClr val="1F918F"/>
          </a:solidFill>
          <a:ln>
            <a:solidFill>
              <a:srgbClr val="1F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88552" y="2130552"/>
            <a:ext cx="722376" cy="72237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88620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34340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FE0F0"/>
                </a:solidFill>
                <a:latin typeface="Aptos"/>
              </a:rPr>
              <a:t>Skills → Matching →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6263640"/>
            <a:ext cx="676656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dirty="0">
                <a:solidFill>
                  <a:srgbClr val="A8C1DA"/>
                </a:solidFill>
                <a:latin typeface="Aptos"/>
              </a:rPr>
              <a:t>Shine Evangeline </a:t>
            </a:r>
            <a:r>
              <a:rPr lang="en-US" sz="950" b="0" dirty="0">
                <a:solidFill>
                  <a:srgbClr val="A8C1DA"/>
                </a:solidFill>
                <a:latin typeface="Aptos"/>
              </a:rPr>
              <a:t> &amp; Pragna A Pawar</a:t>
            </a:r>
            <a:r>
              <a:rPr sz="950" b="0" dirty="0">
                <a:solidFill>
                  <a:srgbClr val="A8C1DA"/>
                </a:solidFill>
                <a:latin typeface="Aptos"/>
              </a:rPr>
              <a:t> •  Information Science  •  2nd Year  •  SSIT, Tumkur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1259</Words>
  <Application>Microsoft Office PowerPoint</Application>
  <PresentationFormat>Widescreen</PresentationFormat>
  <Paragraphs>324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Kumar</cp:lastModifiedBy>
  <cp:revision>12</cp:revision>
  <dcterms:created xsi:type="dcterms:W3CDTF">2013-01-27T09:14:16Z</dcterms:created>
  <dcterms:modified xsi:type="dcterms:W3CDTF">2026-09-23T06:49:40Z</dcterms:modified>
  <cp:category/>
</cp:coreProperties>
</file>